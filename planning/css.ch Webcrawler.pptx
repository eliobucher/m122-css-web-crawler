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56C27-1847-0613-C5AB-F3433AA65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F2B5F0-2AB9-D2C5-3DAF-442BD4B1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147F73-4E1A-1E19-38AA-0E9A59A0C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4EA50-5707-D0D4-506E-44D96441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9641EA-4EC2-6D9C-B626-4DFECB5F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422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0C805-7848-4072-7D9A-5ED001A5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ECB2FE-FBAE-079C-5EDB-D8850486B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1F1FB9-C02D-6531-B220-33582DD2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F45590-A361-0E2F-BC9F-89A10489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A848E6-079F-B3CE-B6E9-0D7F74CD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736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DCB91-3E76-5806-9994-33B2B47A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AA4EF1-BF52-C991-E2CF-AE47BF58A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EAC27-1823-7E04-5EA9-46696546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3E35EE-A020-C0E8-A82A-13F079A3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9623E0-0787-E6FD-74EF-B22A51DB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93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8E134-797B-D6A6-8FB3-37F5F898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DE2805-C7D5-9662-5984-B46AF3CB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A0824A-6A42-C9E8-4376-FA0FCE645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08C584-A64F-84BB-A856-394059F1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E60669-CF99-5C09-D68D-A3E253F5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B2054C-448A-66CB-09C8-753EB055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040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3F573-C4F2-9281-0F6E-6C977DD6A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FD910F-E412-649E-C6F9-45EA19E00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B34BD3-1060-7FD3-769F-9F2789E29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9E2145-8F77-58AF-1422-0A76F5584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67567FE-4B76-455D-698C-D53E2F066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65BA2E-99C8-1176-0DDE-A6AB267E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934E3B-77F7-0177-F2DA-66CDD28A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6A1167-A3D6-B520-50D4-2D4C611C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007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B800C-11CF-3AAD-CFEF-A6DE366F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924FB2-343C-9019-B698-F2967F3D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D0790E-2732-F168-93B0-C4152560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1169C0-33C2-7CF7-CEF2-229BEFF8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0563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2317AF-6D2E-0C31-4B60-F9F17A18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15436E-1BFC-7EF5-FA9F-4D200A34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A7D170-1AD2-3145-214C-9A25DF32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218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A7D9D-F308-FDF8-0B62-DF507B99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19CF41-1574-A5F7-D5C2-BFC9CE22E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F03146-B992-7A38-4F97-620D5C338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4CC8A9-910F-E6F6-864F-080BE080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B2E15B-6810-BEB6-6350-087C0BEA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BDC6F5-15C2-1CF1-0BF3-19C61C65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517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9B27C-06DB-E67E-A01A-443AA925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BF6FAF-E14B-86F1-EC21-67E024D08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7D017A-7961-A05D-B86D-7E1EF12D4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465BCE-7C78-4982-4605-8ECBC27A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55B639-3B66-7D9C-3FC3-B9AB5B8D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67A1D0-B94C-C9D2-26B2-D87970F4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096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CDC4CF-223D-686A-4636-ED604277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D16DE9-8327-E48A-E071-92C59B670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6A87C1-98F3-CC5D-9DA7-FC85741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71ED2A-E6C6-E2C9-FC4C-6B918CCC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608DF-7558-E9CF-856A-1D5C14CD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9888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8B5087-CD59-99D1-2349-A024D6857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358C43-F3C3-BE25-C88A-AECD1BFCD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546579-F1A7-50E8-946E-C83D5A02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7EA9E1-5B95-9B81-B55F-480FFE6C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B67D12-FE75-3C36-CEAA-ED8E1101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99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45C9436-EB3F-1EB6-D84C-CF9BA5DD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750022-8227-7FB9-3327-8CF23F665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6B9C28-B076-0682-01C3-623B2F7D9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D177C-19DD-41C9-A48D-094522B769F7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45F64E-AF34-271C-2940-8F187100F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23A74B-BA66-4C8B-CBA8-76B3DD2F7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61C4A-8948-47C4-8120-15117E8DF5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723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363EA-9451-2245-38E4-60BF8C71B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css.ch Webcrawler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C3D810-BE96-B42E-E541-F02E5334D0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Elio Bucher</a:t>
            </a:r>
          </a:p>
        </p:txBody>
      </p:sp>
    </p:spTree>
    <p:extLst>
      <p:ext uri="{BB962C8B-B14F-4D97-AF65-F5344CB8AC3E}">
        <p14:creationId xmlns:p14="http://schemas.microsoft.com/office/powerpoint/2010/main" val="325951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css.ch Webcrawler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BBZW;Bucher Elio</dc:creator>
  <cp:lastModifiedBy>BBZW; Bucher Elio</cp:lastModifiedBy>
  <cp:revision>1</cp:revision>
  <dcterms:created xsi:type="dcterms:W3CDTF">2026-06-01T08:22:48Z</dcterms:created>
  <dcterms:modified xsi:type="dcterms:W3CDTF">2026-06-01T08:23:09Z</dcterms:modified>
</cp:coreProperties>
</file>